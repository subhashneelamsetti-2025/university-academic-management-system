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12" r:id="rId2"/>
    <p:sldId id="257" r:id="rId3"/>
    <p:sldId id="258" r:id="rId4"/>
    <p:sldId id="303" r:id="rId5"/>
    <p:sldId id="281" r:id="rId6"/>
    <p:sldId id="283" r:id="rId7"/>
    <p:sldId id="309" r:id="rId8"/>
    <p:sldId id="302" r:id="rId9"/>
    <p:sldId id="311" r:id="rId10"/>
    <p:sldId id="310" r:id="rId11"/>
    <p:sldId id="313" r:id="rId1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47276-491B-4335-94F3-3A9925428AFE}" v="42" dt="2026-02-27T15:21:13.8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9" autoAdjust="0"/>
    <p:restoredTop sz="94659"/>
  </p:normalViewPr>
  <p:slideViewPr>
    <p:cSldViewPr>
      <p:cViewPr varScale="1">
        <p:scale>
          <a:sx n="97" d="100"/>
          <a:sy n="97" d="100"/>
        </p:scale>
        <p:origin x="168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9D7176-A070-4B70-B622-527839116F3E}" type="doc">
      <dgm:prSet loTypeId="urn:microsoft.com/office/officeart/2008/layout/LinedList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205C8F92-A7F1-4218-9D99-32F18B65E87E}">
      <dgm:prSet/>
      <dgm:spPr/>
      <dgm:t>
        <a:bodyPr/>
        <a:lstStyle/>
        <a:p>
          <a:r>
            <a:rPr lang="en-US"/>
            <a:t>Presented by</a:t>
          </a:r>
        </a:p>
      </dgm:t>
    </dgm:pt>
    <dgm:pt modelId="{F7040F56-5CD4-4794-AAC6-F6CC763B5750}" type="parTrans" cxnId="{0208B773-4007-4A76-819F-6BD356D92899}">
      <dgm:prSet/>
      <dgm:spPr/>
      <dgm:t>
        <a:bodyPr/>
        <a:lstStyle/>
        <a:p>
          <a:endParaRPr lang="en-US"/>
        </a:p>
      </dgm:t>
    </dgm:pt>
    <dgm:pt modelId="{080AFE48-9214-4116-9234-E7DC089C5F45}" type="sibTrans" cxnId="{0208B773-4007-4A76-819F-6BD356D92899}">
      <dgm:prSet/>
      <dgm:spPr/>
      <dgm:t>
        <a:bodyPr/>
        <a:lstStyle/>
        <a:p>
          <a:endParaRPr lang="en-US"/>
        </a:p>
      </dgm:t>
    </dgm:pt>
    <dgm:pt modelId="{D09D0D1D-1703-4735-9EA7-A79D6C78FC5D}">
      <dgm:prSet/>
      <dgm:spPr/>
      <dgm:t>
        <a:bodyPr/>
        <a:lstStyle/>
        <a:p>
          <a:r>
            <a:rPr lang="en-US"/>
            <a:t>A. Pavan Kumar Reddy (25B11AI052) </a:t>
          </a:r>
        </a:p>
      </dgm:t>
    </dgm:pt>
    <dgm:pt modelId="{F4F4F216-2714-4FD1-BB75-6360E664150C}" type="parTrans" cxnId="{E58CF411-32A8-4FFD-95EC-95C0CB387622}">
      <dgm:prSet/>
      <dgm:spPr/>
      <dgm:t>
        <a:bodyPr/>
        <a:lstStyle/>
        <a:p>
          <a:endParaRPr lang="en-US"/>
        </a:p>
      </dgm:t>
    </dgm:pt>
    <dgm:pt modelId="{4BC57183-AC9F-4AB4-AD2E-68FFC784F015}" type="sibTrans" cxnId="{E58CF411-32A8-4FFD-95EC-95C0CB387622}">
      <dgm:prSet/>
      <dgm:spPr/>
      <dgm:t>
        <a:bodyPr/>
        <a:lstStyle/>
        <a:p>
          <a:endParaRPr lang="en-US"/>
        </a:p>
      </dgm:t>
    </dgm:pt>
    <dgm:pt modelId="{21F3E687-9EEB-40C6-9AAD-E46C655B910D}">
      <dgm:prSet/>
      <dgm:spPr/>
      <dgm:t>
        <a:bodyPr/>
        <a:lstStyle/>
        <a:p>
          <a:r>
            <a:rPr lang="en-US"/>
            <a:t>G. Nikhilesh Varma (25B11AI305)</a:t>
          </a:r>
        </a:p>
      </dgm:t>
    </dgm:pt>
    <dgm:pt modelId="{47CDB2F9-7775-484D-BC0E-9EC55235123F}" type="parTrans" cxnId="{0EBC3677-18EA-4495-BF28-C6454A7270FB}">
      <dgm:prSet/>
      <dgm:spPr/>
      <dgm:t>
        <a:bodyPr/>
        <a:lstStyle/>
        <a:p>
          <a:endParaRPr lang="en-US"/>
        </a:p>
      </dgm:t>
    </dgm:pt>
    <dgm:pt modelId="{F41277A5-8678-468A-A8F5-AABE0F0C9104}" type="sibTrans" cxnId="{0EBC3677-18EA-4495-BF28-C6454A7270FB}">
      <dgm:prSet/>
      <dgm:spPr/>
      <dgm:t>
        <a:bodyPr/>
        <a:lstStyle/>
        <a:p>
          <a:endParaRPr lang="en-US"/>
        </a:p>
      </dgm:t>
    </dgm:pt>
    <dgm:pt modelId="{4F5AD1D6-62A0-4753-9A0C-863FFB1D4945}">
      <dgm:prSet/>
      <dgm:spPr/>
      <dgm:t>
        <a:bodyPr/>
        <a:lstStyle/>
        <a:p>
          <a:r>
            <a:rPr lang="en-US"/>
            <a:t>M. Revanth Yadav (25B11AI670)</a:t>
          </a:r>
        </a:p>
      </dgm:t>
    </dgm:pt>
    <dgm:pt modelId="{9A9B5B03-C800-4DE3-80EC-94F2260A334C}" type="parTrans" cxnId="{824E877C-F009-4AA1-A58D-82C2A3C1F300}">
      <dgm:prSet/>
      <dgm:spPr/>
      <dgm:t>
        <a:bodyPr/>
        <a:lstStyle/>
        <a:p>
          <a:endParaRPr lang="en-US"/>
        </a:p>
      </dgm:t>
    </dgm:pt>
    <dgm:pt modelId="{0383A67E-6E49-4D48-BAAD-89F46388ED3E}" type="sibTrans" cxnId="{824E877C-F009-4AA1-A58D-82C2A3C1F300}">
      <dgm:prSet/>
      <dgm:spPr/>
      <dgm:t>
        <a:bodyPr/>
        <a:lstStyle/>
        <a:p>
          <a:endParaRPr lang="en-US"/>
        </a:p>
      </dgm:t>
    </dgm:pt>
    <dgm:pt modelId="{4860E0A4-6CF9-4D87-A67F-2FF9E00F8A6F}">
      <dgm:prSet/>
      <dgm:spPr/>
      <dgm:t>
        <a:bodyPr/>
        <a:lstStyle/>
        <a:p>
          <a:r>
            <a:rPr lang="en-US"/>
            <a:t>N. Subhash (25B11AI835)</a:t>
          </a:r>
        </a:p>
      </dgm:t>
    </dgm:pt>
    <dgm:pt modelId="{19F8ED55-6D4B-4AC6-A298-0E2798DEC470}" type="parTrans" cxnId="{897B0547-C466-4931-B82E-B766A0DDCA3B}">
      <dgm:prSet/>
      <dgm:spPr/>
      <dgm:t>
        <a:bodyPr/>
        <a:lstStyle/>
        <a:p>
          <a:endParaRPr lang="en-US"/>
        </a:p>
      </dgm:t>
    </dgm:pt>
    <dgm:pt modelId="{3523316A-0391-42F5-87E5-DDD9E53C413E}" type="sibTrans" cxnId="{897B0547-C466-4931-B82E-B766A0DDCA3B}">
      <dgm:prSet/>
      <dgm:spPr/>
      <dgm:t>
        <a:bodyPr/>
        <a:lstStyle/>
        <a:p>
          <a:endParaRPr lang="en-US"/>
        </a:p>
      </dgm:t>
    </dgm:pt>
    <dgm:pt modelId="{F4059DD8-0446-424A-ACA0-FC02AFB0E89B}">
      <dgm:prSet/>
      <dgm:spPr/>
      <dgm:t>
        <a:bodyPr/>
        <a:lstStyle/>
        <a:p>
          <a:r>
            <a:rPr lang="en-US"/>
            <a:t>Department of </a:t>
          </a:r>
        </a:p>
      </dgm:t>
    </dgm:pt>
    <dgm:pt modelId="{B001D4C0-EB41-4F3C-B26D-945D7B248436}" type="parTrans" cxnId="{BCE4D9C9-1C14-463B-8949-60F0723C3FCD}">
      <dgm:prSet/>
      <dgm:spPr/>
      <dgm:t>
        <a:bodyPr/>
        <a:lstStyle/>
        <a:p>
          <a:endParaRPr lang="en-US"/>
        </a:p>
      </dgm:t>
    </dgm:pt>
    <dgm:pt modelId="{EFD6ABF1-CC1D-4126-A222-A5221235212E}" type="sibTrans" cxnId="{BCE4D9C9-1C14-463B-8949-60F0723C3FCD}">
      <dgm:prSet/>
      <dgm:spPr/>
      <dgm:t>
        <a:bodyPr/>
        <a:lstStyle/>
        <a:p>
          <a:endParaRPr lang="en-US"/>
        </a:p>
      </dgm:t>
    </dgm:pt>
    <dgm:pt modelId="{D9B04F5D-4D76-43B6-9519-A74AFDAE9CBF}">
      <dgm:prSet/>
      <dgm:spPr/>
      <dgm:t>
        <a:bodyPr/>
        <a:lstStyle/>
        <a:p>
          <a:r>
            <a:rPr lang="en-US"/>
            <a:t>Artificial Intelligence and Machine Learning</a:t>
          </a:r>
        </a:p>
      </dgm:t>
    </dgm:pt>
    <dgm:pt modelId="{F1E1CA85-75A6-4B39-A65F-A40B11555CA8}" type="parTrans" cxnId="{913342CB-F277-49F7-BB6F-C3E48EF365C8}">
      <dgm:prSet/>
      <dgm:spPr/>
      <dgm:t>
        <a:bodyPr/>
        <a:lstStyle/>
        <a:p>
          <a:endParaRPr lang="en-US"/>
        </a:p>
      </dgm:t>
    </dgm:pt>
    <dgm:pt modelId="{382044C8-EBA5-45A9-A0F0-CEB4053D204A}" type="sibTrans" cxnId="{913342CB-F277-49F7-BB6F-C3E48EF365C8}">
      <dgm:prSet/>
      <dgm:spPr/>
      <dgm:t>
        <a:bodyPr/>
        <a:lstStyle/>
        <a:p>
          <a:endParaRPr lang="en-US"/>
        </a:p>
      </dgm:t>
    </dgm:pt>
    <dgm:pt modelId="{D19CB7DA-242D-E449-809B-D38DCFB05A92}" type="pres">
      <dgm:prSet presAssocID="{0C9D7176-A070-4B70-B622-527839116F3E}" presName="vert0" presStyleCnt="0">
        <dgm:presLayoutVars>
          <dgm:dir/>
          <dgm:animOne val="branch"/>
          <dgm:animLvl val="lvl"/>
        </dgm:presLayoutVars>
      </dgm:prSet>
      <dgm:spPr/>
    </dgm:pt>
    <dgm:pt modelId="{95E51746-30A9-734D-ABB5-B3CD55929EAD}" type="pres">
      <dgm:prSet presAssocID="{205C8F92-A7F1-4218-9D99-32F18B65E87E}" presName="thickLine" presStyleLbl="alignNode1" presStyleIdx="0" presStyleCnt="7"/>
      <dgm:spPr/>
    </dgm:pt>
    <dgm:pt modelId="{5A0B6F79-D887-AA44-8C71-7694E1869518}" type="pres">
      <dgm:prSet presAssocID="{205C8F92-A7F1-4218-9D99-32F18B65E87E}" presName="horz1" presStyleCnt="0"/>
      <dgm:spPr/>
    </dgm:pt>
    <dgm:pt modelId="{4548E1DE-6760-2541-B5A2-AFF6D7F1A114}" type="pres">
      <dgm:prSet presAssocID="{205C8F92-A7F1-4218-9D99-32F18B65E87E}" presName="tx1" presStyleLbl="revTx" presStyleIdx="0" presStyleCnt="7"/>
      <dgm:spPr/>
    </dgm:pt>
    <dgm:pt modelId="{7A507870-ED52-A848-B5CC-54F034DB0BC9}" type="pres">
      <dgm:prSet presAssocID="{205C8F92-A7F1-4218-9D99-32F18B65E87E}" presName="vert1" presStyleCnt="0"/>
      <dgm:spPr/>
    </dgm:pt>
    <dgm:pt modelId="{A80FEF08-2F96-7744-8D7B-962DC3E27BD5}" type="pres">
      <dgm:prSet presAssocID="{D09D0D1D-1703-4735-9EA7-A79D6C78FC5D}" presName="thickLine" presStyleLbl="alignNode1" presStyleIdx="1" presStyleCnt="7"/>
      <dgm:spPr/>
    </dgm:pt>
    <dgm:pt modelId="{AE3C73D6-4FCD-8548-800D-9F74CB4FD321}" type="pres">
      <dgm:prSet presAssocID="{D09D0D1D-1703-4735-9EA7-A79D6C78FC5D}" presName="horz1" presStyleCnt="0"/>
      <dgm:spPr/>
    </dgm:pt>
    <dgm:pt modelId="{44AE1706-CFB1-C349-B8DF-660034BB92B3}" type="pres">
      <dgm:prSet presAssocID="{D09D0D1D-1703-4735-9EA7-A79D6C78FC5D}" presName="tx1" presStyleLbl="revTx" presStyleIdx="1" presStyleCnt="7"/>
      <dgm:spPr/>
    </dgm:pt>
    <dgm:pt modelId="{8D9196FE-654F-1F4A-A5C5-E8451F9C74B9}" type="pres">
      <dgm:prSet presAssocID="{D09D0D1D-1703-4735-9EA7-A79D6C78FC5D}" presName="vert1" presStyleCnt="0"/>
      <dgm:spPr/>
    </dgm:pt>
    <dgm:pt modelId="{D3AF1953-8E7F-2F4F-91F6-00AE94CBC64C}" type="pres">
      <dgm:prSet presAssocID="{21F3E687-9EEB-40C6-9AAD-E46C655B910D}" presName="thickLine" presStyleLbl="alignNode1" presStyleIdx="2" presStyleCnt="7"/>
      <dgm:spPr/>
    </dgm:pt>
    <dgm:pt modelId="{88A08793-4819-B94E-B00E-A0EDA8DA54AA}" type="pres">
      <dgm:prSet presAssocID="{21F3E687-9EEB-40C6-9AAD-E46C655B910D}" presName="horz1" presStyleCnt="0"/>
      <dgm:spPr/>
    </dgm:pt>
    <dgm:pt modelId="{9AE03920-0EB9-3E48-9DDE-30139BAF25AB}" type="pres">
      <dgm:prSet presAssocID="{21F3E687-9EEB-40C6-9AAD-E46C655B910D}" presName="tx1" presStyleLbl="revTx" presStyleIdx="2" presStyleCnt="7"/>
      <dgm:spPr/>
    </dgm:pt>
    <dgm:pt modelId="{C6E9ABA2-E5CA-3846-B59B-765784D93802}" type="pres">
      <dgm:prSet presAssocID="{21F3E687-9EEB-40C6-9AAD-E46C655B910D}" presName="vert1" presStyleCnt="0"/>
      <dgm:spPr/>
    </dgm:pt>
    <dgm:pt modelId="{59ABD8F6-8129-AF43-A6BA-70BE9B62E76D}" type="pres">
      <dgm:prSet presAssocID="{4F5AD1D6-62A0-4753-9A0C-863FFB1D4945}" presName="thickLine" presStyleLbl="alignNode1" presStyleIdx="3" presStyleCnt="7"/>
      <dgm:spPr/>
    </dgm:pt>
    <dgm:pt modelId="{467680A4-81A8-6B49-A3F6-204E8914C770}" type="pres">
      <dgm:prSet presAssocID="{4F5AD1D6-62A0-4753-9A0C-863FFB1D4945}" presName="horz1" presStyleCnt="0"/>
      <dgm:spPr/>
    </dgm:pt>
    <dgm:pt modelId="{FC890749-AE8F-1C47-BFA2-BEC1CE84DAD7}" type="pres">
      <dgm:prSet presAssocID="{4F5AD1D6-62A0-4753-9A0C-863FFB1D4945}" presName="tx1" presStyleLbl="revTx" presStyleIdx="3" presStyleCnt="7"/>
      <dgm:spPr/>
    </dgm:pt>
    <dgm:pt modelId="{94AAB53E-1D50-8F41-9C21-B12FFA519016}" type="pres">
      <dgm:prSet presAssocID="{4F5AD1D6-62A0-4753-9A0C-863FFB1D4945}" presName="vert1" presStyleCnt="0"/>
      <dgm:spPr/>
    </dgm:pt>
    <dgm:pt modelId="{9CB2F3E2-C9EF-D149-963B-9D7A49C02B8C}" type="pres">
      <dgm:prSet presAssocID="{4860E0A4-6CF9-4D87-A67F-2FF9E00F8A6F}" presName="thickLine" presStyleLbl="alignNode1" presStyleIdx="4" presStyleCnt="7"/>
      <dgm:spPr/>
    </dgm:pt>
    <dgm:pt modelId="{C9FA8E86-7028-C54B-8E00-BA992BB9C65C}" type="pres">
      <dgm:prSet presAssocID="{4860E0A4-6CF9-4D87-A67F-2FF9E00F8A6F}" presName="horz1" presStyleCnt="0"/>
      <dgm:spPr/>
    </dgm:pt>
    <dgm:pt modelId="{E4BF12D8-9611-BE44-A666-A870496063F8}" type="pres">
      <dgm:prSet presAssocID="{4860E0A4-6CF9-4D87-A67F-2FF9E00F8A6F}" presName="tx1" presStyleLbl="revTx" presStyleIdx="4" presStyleCnt="7"/>
      <dgm:spPr/>
    </dgm:pt>
    <dgm:pt modelId="{EAE39205-E42D-594E-ABBB-C5B21F4532BB}" type="pres">
      <dgm:prSet presAssocID="{4860E0A4-6CF9-4D87-A67F-2FF9E00F8A6F}" presName="vert1" presStyleCnt="0"/>
      <dgm:spPr/>
    </dgm:pt>
    <dgm:pt modelId="{103E88C9-8191-924F-9952-6CF6C73B638B}" type="pres">
      <dgm:prSet presAssocID="{F4059DD8-0446-424A-ACA0-FC02AFB0E89B}" presName="thickLine" presStyleLbl="alignNode1" presStyleIdx="5" presStyleCnt="7"/>
      <dgm:spPr/>
    </dgm:pt>
    <dgm:pt modelId="{2C644C0C-E53B-CB4F-9EA0-7854D2A73C6B}" type="pres">
      <dgm:prSet presAssocID="{F4059DD8-0446-424A-ACA0-FC02AFB0E89B}" presName="horz1" presStyleCnt="0"/>
      <dgm:spPr/>
    </dgm:pt>
    <dgm:pt modelId="{AD64FFC0-7F1E-B14F-891C-778266D27745}" type="pres">
      <dgm:prSet presAssocID="{F4059DD8-0446-424A-ACA0-FC02AFB0E89B}" presName="tx1" presStyleLbl="revTx" presStyleIdx="5" presStyleCnt="7"/>
      <dgm:spPr/>
    </dgm:pt>
    <dgm:pt modelId="{3059D898-D2DF-CC48-BBE7-33E30C17276A}" type="pres">
      <dgm:prSet presAssocID="{F4059DD8-0446-424A-ACA0-FC02AFB0E89B}" presName="vert1" presStyleCnt="0"/>
      <dgm:spPr/>
    </dgm:pt>
    <dgm:pt modelId="{3587C000-D925-D244-9485-DE7E57F81FAE}" type="pres">
      <dgm:prSet presAssocID="{D9B04F5D-4D76-43B6-9519-A74AFDAE9CBF}" presName="thickLine" presStyleLbl="alignNode1" presStyleIdx="6" presStyleCnt="7"/>
      <dgm:spPr/>
    </dgm:pt>
    <dgm:pt modelId="{865A9586-F259-7E47-BA91-D2A2F7F4BE34}" type="pres">
      <dgm:prSet presAssocID="{D9B04F5D-4D76-43B6-9519-A74AFDAE9CBF}" presName="horz1" presStyleCnt="0"/>
      <dgm:spPr/>
    </dgm:pt>
    <dgm:pt modelId="{D925ADE8-D713-5942-AAB2-3E1517AFE359}" type="pres">
      <dgm:prSet presAssocID="{D9B04F5D-4D76-43B6-9519-A74AFDAE9CBF}" presName="tx1" presStyleLbl="revTx" presStyleIdx="6" presStyleCnt="7"/>
      <dgm:spPr/>
    </dgm:pt>
    <dgm:pt modelId="{ED0FBE16-A782-214C-B426-CAC21D63C3FB}" type="pres">
      <dgm:prSet presAssocID="{D9B04F5D-4D76-43B6-9519-A74AFDAE9CBF}" presName="vert1" presStyleCnt="0"/>
      <dgm:spPr/>
    </dgm:pt>
  </dgm:ptLst>
  <dgm:cxnLst>
    <dgm:cxn modelId="{C5F65202-9909-454F-9911-E3FDD6A3A53C}" type="presOf" srcId="{4F5AD1D6-62A0-4753-9A0C-863FFB1D4945}" destId="{FC890749-AE8F-1C47-BFA2-BEC1CE84DAD7}" srcOrd="0" destOrd="0" presId="urn:microsoft.com/office/officeart/2008/layout/LinedList"/>
    <dgm:cxn modelId="{E58CF411-32A8-4FFD-95EC-95C0CB387622}" srcId="{0C9D7176-A070-4B70-B622-527839116F3E}" destId="{D09D0D1D-1703-4735-9EA7-A79D6C78FC5D}" srcOrd="1" destOrd="0" parTransId="{F4F4F216-2714-4FD1-BB75-6360E664150C}" sibTransId="{4BC57183-AC9F-4AB4-AD2E-68FFC784F015}"/>
    <dgm:cxn modelId="{FB666821-C191-AB44-BB5C-B32477593899}" type="presOf" srcId="{D9B04F5D-4D76-43B6-9519-A74AFDAE9CBF}" destId="{D925ADE8-D713-5942-AAB2-3E1517AFE359}" srcOrd="0" destOrd="0" presId="urn:microsoft.com/office/officeart/2008/layout/LinedList"/>
    <dgm:cxn modelId="{356E7025-756E-7A49-8731-193DAB7578AF}" type="presOf" srcId="{21F3E687-9EEB-40C6-9AAD-E46C655B910D}" destId="{9AE03920-0EB9-3E48-9DDE-30139BAF25AB}" srcOrd="0" destOrd="0" presId="urn:microsoft.com/office/officeart/2008/layout/LinedList"/>
    <dgm:cxn modelId="{897B0547-C466-4931-B82E-B766A0DDCA3B}" srcId="{0C9D7176-A070-4B70-B622-527839116F3E}" destId="{4860E0A4-6CF9-4D87-A67F-2FF9E00F8A6F}" srcOrd="4" destOrd="0" parTransId="{19F8ED55-6D4B-4AC6-A298-0E2798DEC470}" sibTransId="{3523316A-0391-42F5-87E5-DDD9E53C413E}"/>
    <dgm:cxn modelId="{0208B773-4007-4A76-819F-6BD356D92899}" srcId="{0C9D7176-A070-4B70-B622-527839116F3E}" destId="{205C8F92-A7F1-4218-9D99-32F18B65E87E}" srcOrd="0" destOrd="0" parTransId="{F7040F56-5CD4-4794-AAC6-F6CC763B5750}" sibTransId="{080AFE48-9214-4116-9234-E7DC089C5F45}"/>
    <dgm:cxn modelId="{0EBC3677-18EA-4495-BF28-C6454A7270FB}" srcId="{0C9D7176-A070-4B70-B622-527839116F3E}" destId="{21F3E687-9EEB-40C6-9AAD-E46C655B910D}" srcOrd="2" destOrd="0" parTransId="{47CDB2F9-7775-484D-BC0E-9EC55235123F}" sibTransId="{F41277A5-8678-468A-A8F5-AABE0F0C9104}"/>
    <dgm:cxn modelId="{824E877C-F009-4AA1-A58D-82C2A3C1F300}" srcId="{0C9D7176-A070-4B70-B622-527839116F3E}" destId="{4F5AD1D6-62A0-4753-9A0C-863FFB1D4945}" srcOrd="3" destOrd="0" parTransId="{9A9B5B03-C800-4DE3-80EC-94F2260A334C}" sibTransId="{0383A67E-6E49-4D48-BAAD-89F46388ED3E}"/>
    <dgm:cxn modelId="{63B7CF92-E974-A940-9446-B1A07DD6B617}" type="presOf" srcId="{D09D0D1D-1703-4735-9EA7-A79D6C78FC5D}" destId="{44AE1706-CFB1-C349-B8DF-660034BB92B3}" srcOrd="0" destOrd="0" presId="urn:microsoft.com/office/officeart/2008/layout/LinedList"/>
    <dgm:cxn modelId="{834489A3-86E2-A64F-9285-D8FA0E7A5101}" type="presOf" srcId="{F4059DD8-0446-424A-ACA0-FC02AFB0E89B}" destId="{AD64FFC0-7F1E-B14F-891C-778266D27745}" srcOrd="0" destOrd="0" presId="urn:microsoft.com/office/officeart/2008/layout/LinedList"/>
    <dgm:cxn modelId="{1B088EBB-B55D-0749-91E5-84D92EC29DC0}" type="presOf" srcId="{0C9D7176-A070-4B70-B622-527839116F3E}" destId="{D19CB7DA-242D-E449-809B-D38DCFB05A92}" srcOrd="0" destOrd="0" presId="urn:microsoft.com/office/officeart/2008/layout/LinedList"/>
    <dgm:cxn modelId="{BCE4D9C9-1C14-463B-8949-60F0723C3FCD}" srcId="{0C9D7176-A070-4B70-B622-527839116F3E}" destId="{F4059DD8-0446-424A-ACA0-FC02AFB0E89B}" srcOrd="5" destOrd="0" parTransId="{B001D4C0-EB41-4F3C-B26D-945D7B248436}" sibTransId="{EFD6ABF1-CC1D-4126-A222-A5221235212E}"/>
    <dgm:cxn modelId="{F0AD18CB-E4DE-D248-ADA5-EE34A679FDAD}" type="presOf" srcId="{205C8F92-A7F1-4218-9D99-32F18B65E87E}" destId="{4548E1DE-6760-2541-B5A2-AFF6D7F1A114}" srcOrd="0" destOrd="0" presId="urn:microsoft.com/office/officeart/2008/layout/LinedList"/>
    <dgm:cxn modelId="{913342CB-F277-49F7-BB6F-C3E48EF365C8}" srcId="{0C9D7176-A070-4B70-B622-527839116F3E}" destId="{D9B04F5D-4D76-43B6-9519-A74AFDAE9CBF}" srcOrd="6" destOrd="0" parTransId="{F1E1CA85-75A6-4B39-A65F-A40B11555CA8}" sibTransId="{382044C8-EBA5-45A9-A0F0-CEB4053D204A}"/>
    <dgm:cxn modelId="{425D99EA-12F0-F040-9B97-A7CFC37DC874}" type="presOf" srcId="{4860E0A4-6CF9-4D87-A67F-2FF9E00F8A6F}" destId="{E4BF12D8-9611-BE44-A666-A870496063F8}" srcOrd="0" destOrd="0" presId="urn:microsoft.com/office/officeart/2008/layout/LinedList"/>
    <dgm:cxn modelId="{10EAE20E-5A06-9D41-BA0F-1C3B50133065}" type="presParOf" srcId="{D19CB7DA-242D-E449-809B-D38DCFB05A92}" destId="{95E51746-30A9-734D-ABB5-B3CD55929EAD}" srcOrd="0" destOrd="0" presId="urn:microsoft.com/office/officeart/2008/layout/LinedList"/>
    <dgm:cxn modelId="{1DE04EFA-464A-7F47-9C2D-2D0A1AC32374}" type="presParOf" srcId="{D19CB7DA-242D-E449-809B-D38DCFB05A92}" destId="{5A0B6F79-D887-AA44-8C71-7694E1869518}" srcOrd="1" destOrd="0" presId="urn:microsoft.com/office/officeart/2008/layout/LinedList"/>
    <dgm:cxn modelId="{1CD091A2-AFED-8A4D-9A06-CF0A789EFFDB}" type="presParOf" srcId="{5A0B6F79-D887-AA44-8C71-7694E1869518}" destId="{4548E1DE-6760-2541-B5A2-AFF6D7F1A114}" srcOrd="0" destOrd="0" presId="urn:microsoft.com/office/officeart/2008/layout/LinedList"/>
    <dgm:cxn modelId="{5708D71A-3C6C-D14B-BB76-2B73A4E225A5}" type="presParOf" srcId="{5A0B6F79-D887-AA44-8C71-7694E1869518}" destId="{7A507870-ED52-A848-B5CC-54F034DB0BC9}" srcOrd="1" destOrd="0" presId="urn:microsoft.com/office/officeart/2008/layout/LinedList"/>
    <dgm:cxn modelId="{74F156D8-F97B-3649-9278-3B5BE2296AC2}" type="presParOf" srcId="{D19CB7DA-242D-E449-809B-D38DCFB05A92}" destId="{A80FEF08-2F96-7744-8D7B-962DC3E27BD5}" srcOrd="2" destOrd="0" presId="urn:microsoft.com/office/officeart/2008/layout/LinedList"/>
    <dgm:cxn modelId="{C610ADA2-3CFF-0644-920A-08DE0201B1B5}" type="presParOf" srcId="{D19CB7DA-242D-E449-809B-D38DCFB05A92}" destId="{AE3C73D6-4FCD-8548-800D-9F74CB4FD321}" srcOrd="3" destOrd="0" presId="urn:microsoft.com/office/officeart/2008/layout/LinedList"/>
    <dgm:cxn modelId="{AAAABDA1-F19E-2D43-A992-00883FC494C0}" type="presParOf" srcId="{AE3C73D6-4FCD-8548-800D-9F74CB4FD321}" destId="{44AE1706-CFB1-C349-B8DF-660034BB92B3}" srcOrd="0" destOrd="0" presId="urn:microsoft.com/office/officeart/2008/layout/LinedList"/>
    <dgm:cxn modelId="{36F8D7F3-AE8F-B84B-B012-EEB439EFE4D1}" type="presParOf" srcId="{AE3C73D6-4FCD-8548-800D-9F74CB4FD321}" destId="{8D9196FE-654F-1F4A-A5C5-E8451F9C74B9}" srcOrd="1" destOrd="0" presId="urn:microsoft.com/office/officeart/2008/layout/LinedList"/>
    <dgm:cxn modelId="{B2BB8F52-5211-F54F-AF3C-5D5714A5A165}" type="presParOf" srcId="{D19CB7DA-242D-E449-809B-D38DCFB05A92}" destId="{D3AF1953-8E7F-2F4F-91F6-00AE94CBC64C}" srcOrd="4" destOrd="0" presId="urn:microsoft.com/office/officeart/2008/layout/LinedList"/>
    <dgm:cxn modelId="{E4D23807-60BA-2147-B8DA-FA5234DBF87E}" type="presParOf" srcId="{D19CB7DA-242D-E449-809B-D38DCFB05A92}" destId="{88A08793-4819-B94E-B00E-A0EDA8DA54AA}" srcOrd="5" destOrd="0" presId="urn:microsoft.com/office/officeart/2008/layout/LinedList"/>
    <dgm:cxn modelId="{0819498E-F9BA-9C47-ACEE-078CB599FA41}" type="presParOf" srcId="{88A08793-4819-B94E-B00E-A0EDA8DA54AA}" destId="{9AE03920-0EB9-3E48-9DDE-30139BAF25AB}" srcOrd="0" destOrd="0" presId="urn:microsoft.com/office/officeart/2008/layout/LinedList"/>
    <dgm:cxn modelId="{FFD20AE2-1A68-FB4F-A63A-7BBD65001D46}" type="presParOf" srcId="{88A08793-4819-B94E-B00E-A0EDA8DA54AA}" destId="{C6E9ABA2-E5CA-3846-B59B-765784D93802}" srcOrd="1" destOrd="0" presId="urn:microsoft.com/office/officeart/2008/layout/LinedList"/>
    <dgm:cxn modelId="{4561328D-46A4-554D-B8D8-4F993559BBAA}" type="presParOf" srcId="{D19CB7DA-242D-E449-809B-D38DCFB05A92}" destId="{59ABD8F6-8129-AF43-A6BA-70BE9B62E76D}" srcOrd="6" destOrd="0" presId="urn:microsoft.com/office/officeart/2008/layout/LinedList"/>
    <dgm:cxn modelId="{B6497589-4C09-5046-B31E-D5773F6E66AA}" type="presParOf" srcId="{D19CB7DA-242D-E449-809B-D38DCFB05A92}" destId="{467680A4-81A8-6B49-A3F6-204E8914C770}" srcOrd="7" destOrd="0" presId="urn:microsoft.com/office/officeart/2008/layout/LinedList"/>
    <dgm:cxn modelId="{661A87A9-177C-9748-8842-B686EA42DD05}" type="presParOf" srcId="{467680A4-81A8-6B49-A3F6-204E8914C770}" destId="{FC890749-AE8F-1C47-BFA2-BEC1CE84DAD7}" srcOrd="0" destOrd="0" presId="urn:microsoft.com/office/officeart/2008/layout/LinedList"/>
    <dgm:cxn modelId="{0A779FD2-A054-D74F-9220-1456A5B5FEAF}" type="presParOf" srcId="{467680A4-81A8-6B49-A3F6-204E8914C770}" destId="{94AAB53E-1D50-8F41-9C21-B12FFA519016}" srcOrd="1" destOrd="0" presId="urn:microsoft.com/office/officeart/2008/layout/LinedList"/>
    <dgm:cxn modelId="{3B79FF7E-0F79-3F43-9630-487129185308}" type="presParOf" srcId="{D19CB7DA-242D-E449-809B-D38DCFB05A92}" destId="{9CB2F3E2-C9EF-D149-963B-9D7A49C02B8C}" srcOrd="8" destOrd="0" presId="urn:microsoft.com/office/officeart/2008/layout/LinedList"/>
    <dgm:cxn modelId="{E245245B-5EA4-5749-A844-7AF953D72A45}" type="presParOf" srcId="{D19CB7DA-242D-E449-809B-D38DCFB05A92}" destId="{C9FA8E86-7028-C54B-8E00-BA992BB9C65C}" srcOrd="9" destOrd="0" presId="urn:microsoft.com/office/officeart/2008/layout/LinedList"/>
    <dgm:cxn modelId="{D227D1AA-DC6C-3345-815B-662BC27B5B24}" type="presParOf" srcId="{C9FA8E86-7028-C54B-8E00-BA992BB9C65C}" destId="{E4BF12D8-9611-BE44-A666-A870496063F8}" srcOrd="0" destOrd="0" presId="urn:microsoft.com/office/officeart/2008/layout/LinedList"/>
    <dgm:cxn modelId="{59C3E044-3071-6244-A006-BAAA6CC85036}" type="presParOf" srcId="{C9FA8E86-7028-C54B-8E00-BA992BB9C65C}" destId="{EAE39205-E42D-594E-ABBB-C5B21F4532BB}" srcOrd="1" destOrd="0" presId="urn:microsoft.com/office/officeart/2008/layout/LinedList"/>
    <dgm:cxn modelId="{F9E738A1-4608-2D47-9E78-549E434F539B}" type="presParOf" srcId="{D19CB7DA-242D-E449-809B-D38DCFB05A92}" destId="{103E88C9-8191-924F-9952-6CF6C73B638B}" srcOrd="10" destOrd="0" presId="urn:microsoft.com/office/officeart/2008/layout/LinedList"/>
    <dgm:cxn modelId="{C5724C7B-36B8-904F-9EB3-A326BB4C7826}" type="presParOf" srcId="{D19CB7DA-242D-E449-809B-D38DCFB05A92}" destId="{2C644C0C-E53B-CB4F-9EA0-7854D2A73C6B}" srcOrd="11" destOrd="0" presId="urn:microsoft.com/office/officeart/2008/layout/LinedList"/>
    <dgm:cxn modelId="{114E9EBE-4385-D54C-9A42-E60DE4774C01}" type="presParOf" srcId="{2C644C0C-E53B-CB4F-9EA0-7854D2A73C6B}" destId="{AD64FFC0-7F1E-B14F-891C-778266D27745}" srcOrd="0" destOrd="0" presId="urn:microsoft.com/office/officeart/2008/layout/LinedList"/>
    <dgm:cxn modelId="{AED4AD75-A02B-C84A-9EC8-7CB054F6066A}" type="presParOf" srcId="{2C644C0C-E53B-CB4F-9EA0-7854D2A73C6B}" destId="{3059D898-D2DF-CC48-BBE7-33E30C17276A}" srcOrd="1" destOrd="0" presId="urn:microsoft.com/office/officeart/2008/layout/LinedList"/>
    <dgm:cxn modelId="{43D605D4-6BDE-4949-837D-0EA95BE0B3BB}" type="presParOf" srcId="{D19CB7DA-242D-E449-809B-D38DCFB05A92}" destId="{3587C000-D925-D244-9485-DE7E57F81FAE}" srcOrd="12" destOrd="0" presId="urn:microsoft.com/office/officeart/2008/layout/LinedList"/>
    <dgm:cxn modelId="{788E772E-A5E8-A443-9A76-4581F3AFE181}" type="presParOf" srcId="{D19CB7DA-242D-E449-809B-D38DCFB05A92}" destId="{865A9586-F259-7E47-BA91-D2A2F7F4BE34}" srcOrd="13" destOrd="0" presId="urn:microsoft.com/office/officeart/2008/layout/LinedList"/>
    <dgm:cxn modelId="{931F17F8-222C-1D43-938B-FA170540EFF3}" type="presParOf" srcId="{865A9586-F259-7E47-BA91-D2A2F7F4BE34}" destId="{D925ADE8-D713-5942-AAB2-3E1517AFE359}" srcOrd="0" destOrd="0" presId="urn:microsoft.com/office/officeart/2008/layout/LinedList"/>
    <dgm:cxn modelId="{26CD44D2-3797-2B4A-B4D0-F9CB35E5EB11}" type="presParOf" srcId="{865A9586-F259-7E47-BA91-D2A2F7F4BE34}" destId="{ED0FBE16-A782-214C-B426-CAC21D63C3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51746-30A9-734D-ABB5-B3CD55929EAD}">
      <dsp:nvSpPr>
        <dsp:cNvPr id="0" name=""/>
        <dsp:cNvSpPr/>
      </dsp:nvSpPr>
      <dsp:spPr>
        <a:xfrm>
          <a:off x="0" y="387"/>
          <a:ext cx="6661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8E1DE-6760-2541-B5A2-AFF6D7F1A114}">
      <dsp:nvSpPr>
        <dsp:cNvPr id="0" name=""/>
        <dsp:cNvSpPr/>
      </dsp:nvSpPr>
      <dsp:spPr>
        <a:xfrm>
          <a:off x="0" y="387"/>
          <a:ext cx="6661722" cy="45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Presented by</a:t>
          </a:r>
        </a:p>
      </dsp:txBody>
      <dsp:txXfrm>
        <a:off x="0" y="387"/>
        <a:ext cx="6661722" cy="453286"/>
      </dsp:txXfrm>
    </dsp:sp>
    <dsp:sp modelId="{A80FEF08-2F96-7744-8D7B-962DC3E27BD5}">
      <dsp:nvSpPr>
        <dsp:cNvPr id="0" name=""/>
        <dsp:cNvSpPr/>
      </dsp:nvSpPr>
      <dsp:spPr>
        <a:xfrm>
          <a:off x="0" y="453674"/>
          <a:ext cx="6661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E1706-CFB1-C349-B8DF-660034BB92B3}">
      <dsp:nvSpPr>
        <dsp:cNvPr id="0" name=""/>
        <dsp:cNvSpPr/>
      </dsp:nvSpPr>
      <dsp:spPr>
        <a:xfrm>
          <a:off x="0" y="453674"/>
          <a:ext cx="6661722" cy="45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A. Pavan Kumar Reddy (25B11AI052) </a:t>
          </a:r>
        </a:p>
      </dsp:txBody>
      <dsp:txXfrm>
        <a:off x="0" y="453674"/>
        <a:ext cx="6661722" cy="453286"/>
      </dsp:txXfrm>
    </dsp:sp>
    <dsp:sp modelId="{D3AF1953-8E7F-2F4F-91F6-00AE94CBC64C}">
      <dsp:nvSpPr>
        <dsp:cNvPr id="0" name=""/>
        <dsp:cNvSpPr/>
      </dsp:nvSpPr>
      <dsp:spPr>
        <a:xfrm>
          <a:off x="0" y="906960"/>
          <a:ext cx="6661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03920-0EB9-3E48-9DDE-30139BAF25AB}">
      <dsp:nvSpPr>
        <dsp:cNvPr id="0" name=""/>
        <dsp:cNvSpPr/>
      </dsp:nvSpPr>
      <dsp:spPr>
        <a:xfrm>
          <a:off x="0" y="906960"/>
          <a:ext cx="6661722" cy="45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G. Nikhilesh Varma (25B11AI305)</a:t>
          </a:r>
        </a:p>
      </dsp:txBody>
      <dsp:txXfrm>
        <a:off x="0" y="906960"/>
        <a:ext cx="6661722" cy="453286"/>
      </dsp:txXfrm>
    </dsp:sp>
    <dsp:sp modelId="{59ABD8F6-8129-AF43-A6BA-70BE9B62E76D}">
      <dsp:nvSpPr>
        <dsp:cNvPr id="0" name=""/>
        <dsp:cNvSpPr/>
      </dsp:nvSpPr>
      <dsp:spPr>
        <a:xfrm>
          <a:off x="0" y="1360247"/>
          <a:ext cx="6661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90749-AE8F-1C47-BFA2-BEC1CE84DAD7}">
      <dsp:nvSpPr>
        <dsp:cNvPr id="0" name=""/>
        <dsp:cNvSpPr/>
      </dsp:nvSpPr>
      <dsp:spPr>
        <a:xfrm>
          <a:off x="0" y="1360247"/>
          <a:ext cx="6661722" cy="45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M. Revanth Yadav (25B11AI670)</a:t>
          </a:r>
        </a:p>
      </dsp:txBody>
      <dsp:txXfrm>
        <a:off x="0" y="1360247"/>
        <a:ext cx="6661722" cy="453286"/>
      </dsp:txXfrm>
    </dsp:sp>
    <dsp:sp modelId="{9CB2F3E2-C9EF-D149-963B-9D7A49C02B8C}">
      <dsp:nvSpPr>
        <dsp:cNvPr id="0" name=""/>
        <dsp:cNvSpPr/>
      </dsp:nvSpPr>
      <dsp:spPr>
        <a:xfrm>
          <a:off x="0" y="1813533"/>
          <a:ext cx="6661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F12D8-9611-BE44-A666-A870496063F8}">
      <dsp:nvSpPr>
        <dsp:cNvPr id="0" name=""/>
        <dsp:cNvSpPr/>
      </dsp:nvSpPr>
      <dsp:spPr>
        <a:xfrm>
          <a:off x="0" y="1813533"/>
          <a:ext cx="6661722" cy="45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N. Subhash (25B11AI835)</a:t>
          </a:r>
        </a:p>
      </dsp:txBody>
      <dsp:txXfrm>
        <a:off x="0" y="1813533"/>
        <a:ext cx="6661722" cy="453286"/>
      </dsp:txXfrm>
    </dsp:sp>
    <dsp:sp modelId="{103E88C9-8191-924F-9952-6CF6C73B638B}">
      <dsp:nvSpPr>
        <dsp:cNvPr id="0" name=""/>
        <dsp:cNvSpPr/>
      </dsp:nvSpPr>
      <dsp:spPr>
        <a:xfrm>
          <a:off x="0" y="2266820"/>
          <a:ext cx="6661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4FFC0-7F1E-B14F-891C-778266D27745}">
      <dsp:nvSpPr>
        <dsp:cNvPr id="0" name=""/>
        <dsp:cNvSpPr/>
      </dsp:nvSpPr>
      <dsp:spPr>
        <a:xfrm>
          <a:off x="0" y="2266820"/>
          <a:ext cx="6661722" cy="45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Department of </a:t>
          </a:r>
        </a:p>
      </dsp:txBody>
      <dsp:txXfrm>
        <a:off x="0" y="2266820"/>
        <a:ext cx="6661722" cy="453286"/>
      </dsp:txXfrm>
    </dsp:sp>
    <dsp:sp modelId="{3587C000-D925-D244-9485-DE7E57F81FAE}">
      <dsp:nvSpPr>
        <dsp:cNvPr id="0" name=""/>
        <dsp:cNvSpPr/>
      </dsp:nvSpPr>
      <dsp:spPr>
        <a:xfrm>
          <a:off x="0" y="2720106"/>
          <a:ext cx="66617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5ADE8-D713-5942-AAB2-3E1517AFE359}">
      <dsp:nvSpPr>
        <dsp:cNvPr id="0" name=""/>
        <dsp:cNvSpPr/>
      </dsp:nvSpPr>
      <dsp:spPr>
        <a:xfrm>
          <a:off x="0" y="2720106"/>
          <a:ext cx="6661722" cy="45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Artificial Intelligence and Machine Learning</a:t>
          </a:r>
        </a:p>
      </dsp:txBody>
      <dsp:txXfrm>
        <a:off x="0" y="2720106"/>
        <a:ext cx="6661722" cy="4532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04/10/26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subhashneelamsetti-2025/University-Academic-Management-System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75794" y="3780649"/>
            <a:ext cx="2715768" cy="362712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63" y="706378"/>
            <a:ext cx="8996669" cy="6355599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1DA1B-C7B9-1845-9494-A6E394431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323" y="1190674"/>
            <a:ext cx="6661722" cy="18342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UNIVERSITY ACADEMIC MANAGEMENT</a:t>
            </a:r>
            <a:b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1DFE4152-11AB-179F-1CB1-1C12D2B4BBDB}"/>
              </a:ext>
            </a:extLst>
          </p:cNvPr>
          <p:cNvGraphicFramePr/>
          <p:nvPr/>
        </p:nvGraphicFramePr>
        <p:xfrm>
          <a:off x="1060323" y="3365398"/>
          <a:ext cx="6661722" cy="3173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7629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Pins pinned on a white surface and connecting a black thread">
            <a:extLst>
              <a:ext uri="{FF2B5EF4-FFF2-40B4-BE49-F238E27FC236}">
                <a16:creationId xmlns:a16="http://schemas.microsoft.com/office/drawing/2014/main" id="{CB20922F-EDE4-FF72-03DD-4853FE11D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5" r="45793"/>
          <a:stretch>
            <a:fillRect/>
          </a:stretch>
        </p:blipFill>
        <p:spPr>
          <a:xfrm>
            <a:off x="0" y="21366"/>
            <a:ext cx="4463392" cy="7772402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3412" y="-1"/>
            <a:ext cx="5594987" cy="2590799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9"/>
          <p:cNvSpPr txBox="1">
            <a:spLocks/>
          </p:cNvSpPr>
          <p:nvPr/>
        </p:nvSpPr>
        <p:spPr>
          <a:xfrm>
            <a:off x="5045136" y="459776"/>
            <a:ext cx="4508599" cy="176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1"/>
                </a:solidFill>
              </a:rPr>
              <a:t>Contents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45136" y="3108960"/>
            <a:ext cx="4664584" cy="4305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</a:p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Objectives</a:t>
            </a:r>
          </a:p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Problem Statement</a:t>
            </a:r>
          </a:p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 6 Entities with their Attributes</a:t>
            </a:r>
          </a:p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 Diagram with Relationships</a:t>
            </a:r>
          </a:p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⁠Relational Database Schema</a:t>
            </a:r>
          </a:p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Primary Keys and Foreign Keys</a:t>
            </a:r>
          </a:p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en-US" sz="20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 Repository and Team Member Responsibilities</a:t>
            </a:r>
          </a:p>
          <a:p>
            <a:pPr indent="-228600" algn="l" rtl="0">
              <a:lnSpc>
                <a:spcPct val="90000"/>
              </a:lnSpc>
              <a:spcBef>
                <a:spcPts val="2060"/>
              </a:spcBef>
              <a:buFont typeface="Arial" panose="020B0604020202020204" pitchFamily="34" charset="0"/>
              <a:buChar char="•"/>
              <a:tabLst>
                <a:tab pos="389890" algn="l"/>
              </a:tabLst>
            </a:pPr>
            <a:endParaRPr lang="en-US" sz="20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93425" y="299669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D30F6F-4F5F-A433-0A8B-BA95A3AA783F}"/>
              </a:ext>
            </a:extLst>
          </p:cNvPr>
          <p:cNvSpPr txBox="1"/>
          <p:nvPr/>
        </p:nvSpPr>
        <p:spPr>
          <a:xfrm>
            <a:off x="2514600" y="3705281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6FCCA6-B52B-2EBB-2EF7-8D2F6DC4603C}"/>
              </a:ext>
            </a:extLst>
          </p:cNvPr>
          <p:cNvSpPr txBox="1"/>
          <p:nvPr/>
        </p:nvSpPr>
        <p:spPr>
          <a:xfrm>
            <a:off x="2514600" y="3705281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40AE0E-97F3-475E-6771-793922DE1D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02024"/>
            <a:ext cx="7772400" cy="43696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593EA4F-62A3-EEB1-0290-DCF853F2F623}"/>
              </a:ext>
            </a:extLst>
          </p:cNvPr>
          <p:cNvSpPr txBox="1"/>
          <p:nvPr/>
        </p:nvSpPr>
        <p:spPr>
          <a:xfrm>
            <a:off x="1143000" y="1262236"/>
            <a:ext cx="7677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Sree Krushnadevaraya" panose="02000600000000000000" pitchFamily="2" charset="0"/>
                <a:cs typeface="Sree Krushnadevaraya" panose="02000600000000000000" pitchFamily="2" charset="0"/>
              </a:rPr>
              <a:t>UNIVERSITY ACADEMIC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932079A-B15B-178D-8EB6-4E812EB4BA60}"/>
              </a:ext>
            </a:extLst>
          </p:cNvPr>
          <p:cNvGrpSpPr/>
          <p:nvPr/>
        </p:nvGrpSpPr>
        <p:grpSpPr>
          <a:xfrm>
            <a:off x="2652936" y="272768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1D8161E-58CC-E911-5B60-4A9405E1937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B0BAB2C5-935C-CCE7-E0E8-0C278E23E3C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8B224A4-0D08-BB89-99AB-E6B334BB27B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BF75883-D7E9-5918-034A-B33CA583C31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B4C5FDD-11B8-D4B1-EFD8-D9E46E0C0599}"/>
              </a:ext>
            </a:extLst>
          </p:cNvPr>
          <p:cNvSpPr txBox="1"/>
          <p:nvPr/>
        </p:nvSpPr>
        <p:spPr>
          <a:xfrm>
            <a:off x="4154892" y="469169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56BAC1-9042-3A7A-B2E4-25482DD666B5}"/>
              </a:ext>
            </a:extLst>
          </p:cNvPr>
          <p:cNvSpPr txBox="1"/>
          <p:nvPr/>
        </p:nvSpPr>
        <p:spPr>
          <a:xfrm>
            <a:off x="492696" y="1581944"/>
            <a:ext cx="9073008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9D9E97-51A3-FCB2-1A2E-8164A4407D00}"/>
              </a:ext>
            </a:extLst>
          </p:cNvPr>
          <p:cNvSpPr txBox="1"/>
          <p:nvPr/>
        </p:nvSpPr>
        <p:spPr>
          <a:xfrm>
            <a:off x="872251" y="1628189"/>
            <a:ext cx="8039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Design a normalized relational database to support core university</a:t>
            </a:r>
          </a:p>
          <a:p>
            <a:r>
              <a:rPr lang="en-IN" sz="2000" dirty="0"/>
              <a:t>      functions: admissions, registration, grading and payroll.</a:t>
            </a: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387BAB-F12A-B436-17B1-419E484F10EA}"/>
              </a:ext>
            </a:extLst>
          </p:cNvPr>
          <p:cNvSpPr txBox="1"/>
          <p:nvPr/>
        </p:nvSpPr>
        <p:spPr>
          <a:xfrm>
            <a:off x="872251" y="2715672"/>
            <a:ext cx="7409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2.  Model entities and relationships clearly using an ER diagram</a:t>
            </a:r>
          </a:p>
          <a:p>
            <a:r>
              <a:rPr lang="en-IN" sz="2000" dirty="0"/>
              <a:t>     that supports integrity constraints and query performance.</a:t>
            </a:r>
            <a:endParaRPr 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2E74A6-F6DA-5B42-1A28-CA3DD7183EFA}"/>
              </a:ext>
            </a:extLst>
          </p:cNvPr>
          <p:cNvSpPr txBox="1"/>
          <p:nvPr/>
        </p:nvSpPr>
        <p:spPr>
          <a:xfrm>
            <a:off x="872251" y="3803156"/>
            <a:ext cx="7277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3.   Produce SQL DDL for schema creation including PKs, FKs </a:t>
            </a:r>
          </a:p>
          <a:p>
            <a:r>
              <a:rPr lang="en-IN" sz="2000" dirty="0"/>
              <a:t>      and indexes, and document migration steps in GitHub.</a:t>
            </a: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6DC93C-3BAA-E848-D24B-8F973C914669}"/>
              </a:ext>
            </a:extLst>
          </p:cNvPr>
          <p:cNvSpPr txBox="1"/>
          <p:nvPr/>
        </p:nvSpPr>
        <p:spPr>
          <a:xfrm>
            <a:off x="872251" y="4966320"/>
            <a:ext cx="78037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4.   Provide sample queries and a minimal seed dataset to validate </a:t>
            </a:r>
          </a:p>
          <a:p>
            <a:r>
              <a:rPr lang="en-IN" sz="2000" dirty="0"/>
              <a:t>      workflows for capstone demonstration.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644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D105-752F-F6BC-E82A-31174A2A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02B738-0C10-B2E4-3FBC-9E4A166526AB}"/>
              </a:ext>
            </a:extLst>
          </p:cNvPr>
          <p:cNvGrpSpPr/>
          <p:nvPr/>
        </p:nvGrpSpPr>
        <p:grpSpPr>
          <a:xfrm>
            <a:off x="2477248" y="196751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C885B57-53A0-3491-E7B6-0351BD35E2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8461FAC-72F2-60AB-202B-A9A3791612F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527545C-8F32-992F-919D-92EB9BF31E6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CD87EAE-5A9D-4F88-4CA6-467D3FABF43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2887D2C-2E02-6A70-73C6-B8FAF11F0DB0}"/>
              </a:ext>
            </a:extLst>
          </p:cNvPr>
          <p:cNvSpPr txBox="1"/>
          <p:nvPr/>
        </p:nvSpPr>
        <p:spPr>
          <a:xfrm>
            <a:off x="3805064" y="409941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7B7F0-9F4E-807D-6945-52E549721A2F}"/>
              </a:ext>
            </a:extLst>
          </p:cNvPr>
          <p:cNvSpPr txBox="1"/>
          <p:nvPr/>
        </p:nvSpPr>
        <p:spPr>
          <a:xfrm>
            <a:off x="667036" y="1725960"/>
            <a:ext cx="9391364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BB2E957-0BD7-3627-2D28-3D4F6B9E9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738" y="3405973"/>
            <a:ext cx="7722923" cy="775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31250-9D5E-7239-30F0-3904E523E854}"/>
              </a:ext>
            </a:extLst>
          </p:cNvPr>
          <p:cNvSpPr txBox="1"/>
          <p:nvPr/>
        </p:nvSpPr>
        <p:spPr>
          <a:xfrm>
            <a:off x="1054504" y="1468296"/>
            <a:ext cx="7730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Current departmental processes rely on fragmented spreadsheets </a:t>
            </a:r>
          </a:p>
          <a:p>
            <a:r>
              <a:rPr lang="en-IN" sz="2000" dirty="0"/>
              <a:t>and legacy systems causing: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CFC6D-78F0-1ECF-A6D2-107CC6748B3C}"/>
              </a:ext>
            </a:extLst>
          </p:cNvPr>
          <p:cNvSpPr txBox="1"/>
          <p:nvPr/>
        </p:nvSpPr>
        <p:spPr>
          <a:xfrm>
            <a:off x="1084713" y="2561225"/>
            <a:ext cx="6248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2000" dirty="0"/>
              <a:t>1.  Inconsistent student records and duplicate entries.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66F24-05C1-FF27-4609-50E0A284D3F9}"/>
              </a:ext>
            </a:extLst>
          </p:cNvPr>
          <p:cNvSpPr txBox="1"/>
          <p:nvPr/>
        </p:nvSpPr>
        <p:spPr>
          <a:xfrm>
            <a:off x="1084713" y="3379112"/>
            <a:ext cx="6535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2000" dirty="0"/>
              <a:t>2.   Poor visibility of enrolment counts and prerequisites.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FDB08C-A8CD-3985-6C30-86B9602481C6}"/>
              </a:ext>
            </a:extLst>
          </p:cNvPr>
          <p:cNvSpPr txBox="1"/>
          <p:nvPr/>
        </p:nvSpPr>
        <p:spPr>
          <a:xfrm>
            <a:off x="1084713" y="4193233"/>
            <a:ext cx="776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2000" dirty="0"/>
              <a:t>3.   Manual grade aggregation and error‑prone payroll calculations.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060114-CD4C-6BE1-D693-22EDE94EC1ED}"/>
              </a:ext>
            </a:extLst>
          </p:cNvPr>
          <p:cNvSpPr txBox="1"/>
          <p:nvPr/>
        </p:nvSpPr>
        <p:spPr>
          <a:xfrm>
            <a:off x="1090000" y="5007354"/>
            <a:ext cx="5679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2000" dirty="0"/>
              <a:t>4.   Limited audit trail for administrative changes.</a:t>
            </a:r>
          </a:p>
        </p:txBody>
      </p:sp>
    </p:spTree>
    <p:extLst>
      <p:ext uri="{BB962C8B-B14F-4D97-AF65-F5344CB8AC3E}">
        <p14:creationId xmlns:p14="http://schemas.microsoft.com/office/powerpoint/2010/main" val="4239901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3E4E3-1170-EDD9-83BE-BA289E23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10058399" cy="1786082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06306" cy="1785522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10058401" cy="1784219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9C86F-30E3-F53F-DB03-16F3C710E30F}"/>
              </a:ext>
            </a:extLst>
          </p:cNvPr>
          <p:cNvSpPr txBox="1"/>
          <p:nvPr/>
        </p:nvSpPr>
        <p:spPr>
          <a:xfrm>
            <a:off x="577263" y="281109"/>
            <a:ext cx="5827570" cy="131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Entities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3CD473-F591-8E30-202C-469C07F38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58" y="2228465"/>
            <a:ext cx="8970281" cy="504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3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7AC7-BDDA-7701-A2D9-B5BD3BB4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689CE5C9-2B2D-BBFF-A87D-7E2D89E8AE53}"/>
              </a:ext>
            </a:extLst>
          </p:cNvPr>
          <p:cNvGrpSpPr/>
          <p:nvPr/>
        </p:nvGrpSpPr>
        <p:grpSpPr>
          <a:xfrm>
            <a:off x="2724944" y="8937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1D6BFC4-501D-205D-9565-88217713EF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6389F09-26DE-6372-6A39-DD1A199B546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0F4A24A8-DFB8-1229-F874-8EBC1A68CBD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D1C8C56-EE6F-4841-ACC9-4D951020E65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9EBA8FA-A2E9-1387-C46E-52C52B0048B3}"/>
              </a:ext>
            </a:extLst>
          </p:cNvPr>
          <p:cNvSpPr txBox="1"/>
          <p:nvPr/>
        </p:nvSpPr>
        <p:spPr>
          <a:xfrm>
            <a:off x="3589040" y="260807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ER Diagram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865F05-2C26-F488-DABF-345D9C0B1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" y="837301"/>
            <a:ext cx="10053082" cy="670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4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CE0B2A7-B604-1025-40C0-6A549DD551FE}"/>
              </a:ext>
            </a:extLst>
          </p:cNvPr>
          <p:cNvGrpSpPr/>
          <p:nvPr/>
        </p:nvGrpSpPr>
        <p:grpSpPr>
          <a:xfrm>
            <a:off x="2657268" y="176193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66B5CB7-C42C-986B-699C-6D26396DB64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5FF265C-7885-EA83-0EEE-FB4D04766DA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900B8E8-9B58-B765-FC19-79379F96CDE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97DF1A6-4AD9-FEBE-A6A6-2F63A8E955D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3FFDC08-B375-4EDA-B4AE-9BD046F6B4CA}"/>
              </a:ext>
            </a:extLst>
          </p:cNvPr>
          <p:cNvSpPr txBox="1"/>
          <p:nvPr/>
        </p:nvSpPr>
        <p:spPr>
          <a:xfrm>
            <a:off x="3301008" y="357401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B524D9-ABAE-1B07-47B2-7D7F6996CD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5" y="1276473"/>
            <a:ext cx="9896329" cy="555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14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7C39-56DB-5D35-330C-A63B81946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1F0B642-7463-504C-BF9A-8C0518A77944}"/>
              </a:ext>
            </a:extLst>
          </p:cNvPr>
          <p:cNvGrpSpPr/>
          <p:nvPr/>
        </p:nvGrpSpPr>
        <p:grpSpPr>
          <a:xfrm>
            <a:off x="2657268" y="176193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26A8419-C2E8-B68E-7067-55589D404E9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F29D103-7BEF-F680-6D02-1E06F42626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36CA20C4-D849-F3D3-9C40-45859F480E4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C50D078-AC58-E58C-EF71-6D173EE0E5B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8AC1D10-FCE6-1E47-04A7-AAB1883C5D25}"/>
              </a:ext>
            </a:extLst>
          </p:cNvPr>
          <p:cNvSpPr txBox="1"/>
          <p:nvPr/>
        </p:nvSpPr>
        <p:spPr>
          <a:xfrm>
            <a:off x="3301008" y="357401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PK’s and FK’s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E34BA0-F24D-4AC4-3C3C-53595FBC43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0" y="1179240"/>
            <a:ext cx="9889740" cy="659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4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FD0F7-B0F1-44E5-1DD8-B9A627B6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92CEDAB-C541-951F-4240-475ED3AADA99}"/>
              </a:ext>
            </a:extLst>
          </p:cNvPr>
          <p:cNvGrpSpPr/>
          <p:nvPr/>
        </p:nvGrpSpPr>
        <p:grpSpPr>
          <a:xfrm>
            <a:off x="2657268" y="176193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7C883B5-7DF6-25AA-735F-085F6165FBA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CC1CC84-128E-761F-A18B-FED789FFF35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C664313-7D68-F576-D1F0-543FA197252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6244C9-FAC2-59B5-CBA1-13B8E04AFCF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E333959-D9FF-64CB-764E-14CA8F43B9D8}"/>
              </a:ext>
            </a:extLst>
          </p:cNvPr>
          <p:cNvSpPr txBox="1"/>
          <p:nvPr/>
        </p:nvSpPr>
        <p:spPr>
          <a:xfrm>
            <a:off x="4453136" y="379316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95AEE9-C657-1608-230D-4FC06F0FF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18" y="2347004"/>
            <a:ext cx="9177493" cy="2061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70AF41-0DCE-51F8-76BC-CA0BA03F4EA1}"/>
              </a:ext>
            </a:extLst>
          </p:cNvPr>
          <p:cNvSpPr txBox="1"/>
          <p:nvPr/>
        </p:nvSpPr>
        <p:spPr>
          <a:xfrm>
            <a:off x="440453" y="1413795"/>
            <a:ext cx="9148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GitHub Repository Link : </a:t>
            </a:r>
          </a:p>
          <a:p>
            <a:r>
              <a:rPr lang="en-US" dirty="0">
                <a:hlinkClick r:id="rId6"/>
              </a:rPr>
              <a:t>https://github.com/subhashneelamsetti-2025/University-Academic-Management-System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368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1DDA3-F8B8-6B6D-6E20-A90FA9D5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57" y="0"/>
            <a:ext cx="10055885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177AEE-E542-A532-21E7-C8271AFA7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" r="11143" b="1"/>
          <a:stretch>
            <a:fillRect/>
          </a:stretch>
        </p:blipFill>
        <p:spPr>
          <a:xfrm>
            <a:off x="20" y="285800"/>
            <a:ext cx="10058380" cy="777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1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java</Template>
  <TotalTime>2404</TotalTime>
  <Words>239</Words>
  <Application>Microsoft Macintosh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Palatino Linotype</vt:lpstr>
      <vt:lpstr>Sree Krushnadevaraya</vt:lpstr>
      <vt:lpstr>Times New Roman</vt:lpstr>
      <vt:lpstr>Office Theme</vt:lpstr>
      <vt:lpstr>UNIVERSITY ACADEMIC MANAGEMENT </vt:lpstr>
      <vt:lpstr>PowerPoint Presentation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bunny gaming</dc:creator>
  <cp:lastModifiedBy>25B11AI835</cp:lastModifiedBy>
  <cp:revision>20</cp:revision>
  <cp:lastPrinted>2025-10-14T18:21:49Z</cp:lastPrinted>
  <dcterms:created xsi:type="dcterms:W3CDTF">2026-02-27T08:03:13Z</dcterms:created>
  <dcterms:modified xsi:type="dcterms:W3CDTF">2026-10-05T04:19:09Z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